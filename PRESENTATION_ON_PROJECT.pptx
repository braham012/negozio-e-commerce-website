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18B76C-FCF3-445D-B76B-318495E91EEF}" v="12" dt="2025-11-20T18:49:46.5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hamdeep Singh" userId="afd510988af5ee2a" providerId="LiveId" clId="{2EFF459D-3C60-4E75-A078-40B920C516CF}"/>
    <pc:docChg chg="undo custSel modSld">
      <pc:chgData name="Brahamdeep Singh" userId="afd510988af5ee2a" providerId="LiveId" clId="{2EFF459D-3C60-4E75-A078-40B920C516CF}" dt="2025-11-20T19:09:59.227" v="5249" actId="20577"/>
      <pc:docMkLst>
        <pc:docMk/>
      </pc:docMkLst>
      <pc:sldChg chg="modSp mod">
        <pc:chgData name="Brahamdeep Singh" userId="afd510988af5ee2a" providerId="LiveId" clId="{2EFF459D-3C60-4E75-A078-40B920C516CF}" dt="2025-11-20T17:47:29.801" v="968" actId="20577"/>
        <pc:sldMkLst>
          <pc:docMk/>
          <pc:sldMk cId="2245751250" sldId="258"/>
        </pc:sldMkLst>
        <pc:spChg chg="mod">
          <ac:chgData name="Brahamdeep Singh" userId="afd510988af5ee2a" providerId="LiveId" clId="{2EFF459D-3C60-4E75-A078-40B920C516CF}" dt="2025-11-20T17:47:29.801" v="968" actId="20577"/>
          <ac:spMkLst>
            <pc:docMk/>
            <pc:sldMk cId="2245751250" sldId="258"/>
            <ac:spMk id="3" creationId="{A0EC178E-D34D-DDC4-85BE-E17D122AA31B}"/>
          </ac:spMkLst>
        </pc:spChg>
      </pc:sldChg>
      <pc:sldChg chg="modSp mod">
        <pc:chgData name="Brahamdeep Singh" userId="afd510988af5ee2a" providerId="LiveId" clId="{2EFF459D-3C60-4E75-A078-40B920C516CF}" dt="2025-11-20T18:12:08.328" v="1495" actId="113"/>
        <pc:sldMkLst>
          <pc:docMk/>
          <pc:sldMk cId="3912718815" sldId="259"/>
        </pc:sldMkLst>
        <pc:spChg chg="mod">
          <ac:chgData name="Brahamdeep Singh" userId="afd510988af5ee2a" providerId="LiveId" clId="{2EFF459D-3C60-4E75-A078-40B920C516CF}" dt="2025-11-20T18:12:08.328" v="1495" actId="113"/>
          <ac:spMkLst>
            <pc:docMk/>
            <pc:sldMk cId="3912718815" sldId="259"/>
            <ac:spMk id="3" creationId="{8D13CD8B-F15E-B0A6-EA2C-D93825036559}"/>
          </ac:spMkLst>
        </pc:spChg>
      </pc:sldChg>
      <pc:sldChg chg="modSp mod">
        <pc:chgData name="Brahamdeep Singh" userId="afd510988af5ee2a" providerId="LiveId" clId="{2EFF459D-3C60-4E75-A078-40B920C516CF}" dt="2025-11-20T18:27:35.462" v="2543" actId="20577"/>
        <pc:sldMkLst>
          <pc:docMk/>
          <pc:sldMk cId="895727017" sldId="260"/>
        </pc:sldMkLst>
        <pc:spChg chg="mod">
          <ac:chgData name="Brahamdeep Singh" userId="afd510988af5ee2a" providerId="LiveId" clId="{2EFF459D-3C60-4E75-A078-40B920C516CF}" dt="2025-11-20T18:27:35.462" v="2543" actId="20577"/>
          <ac:spMkLst>
            <pc:docMk/>
            <pc:sldMk cId="895727017" sldId="260"/>
            <ac:spMk id="3" creationId="{FB837AA4-28F5-9335-BB2E-436CE59A1732}"/>
          </ac:spMkLst>
        </pc:spChg>
      </pc:sldChg>
      <pc:sldChg chg="modSp mod">
        <pc:chgData name="Brahamdeep Singh" userId="afd510988af5ee2a" providerId="LiveId" clId="{2EFF459D-3C60-4E75-A078-40B920C516CF}" dt="2025-11-20T18:38:48.804" v="2939" actId="20577"/>
        <pc:sldMkLst>
          <pc:docMk/>
          <pc:sldMk cId="291523765" sldId="261"/>
        </pc:sldMkLst>
        <pc:spChg chg="mod">
          <ac:chgData name="Brahamdeep Singh" userId="afd510988af5ee2a" providerId="LiveId" clId="{2EFF459D-3C60-4E75-A078-40B920C516CF}" dt="2025-11-20T18:38:48.804" v="2939" actId="20577"/>
          <ac:spMkLst>
            <pc:docMk/>
            <pc:sldMk cId="291523765" sldId="261"/>
            <ac:spMk id="3" creationId="{727B6EEC-51AC-B729-64EF-58B12A8AC514}"/>
          </ac:spMkLst>
        </pc:spChg>
      </pc:sldChg>
      <pc:sldChg chg="modSp mod">
        <pc:chgData name="Brahamdeep Singh" userId="afd510988af5ee2a" providerId="LiveId" clId="{2EFF459D-3C60-4E75-A078-40B920C516CF}" dt="2025-11-20T18:45:52.696" v="3557" actId="20577"/>
        <pc:sldMkLst>
          <pc:docMk/>
          <pc:sldMk cId="2094408389" sldId="262"/>
        </pc:sldMkLst>
        <pc:spChg chg="mod">
          <ac:chgData name="Brahamdeep Singh" userId="afd510988af5ee2a" providerId="LiveId" clId="{2EFF459D-3C60-4E75-A078-40B920C516CF}" dt="2025-11-20T18:45:52.696" v="3557" actId="20577"/>
          <ac:spMkLst>
            <pc:docMk/>
            <pc:sldMk cId="2094408389" sldId="262"/>
            <ac:spMk id="4" creationId="{C30156DD-7F8B-204F-15E8-15448B84C98A}"/>
          </ac:spMkLst>
        </pc:spChg>
      </pc:sldChg>
      <pc:sldChg chg="addSp delSp modSp mod">
        <pc:chgData name="Brahamdeep Singh" userId="afd510988af5ee2a" providerId="LiveId" clId="{2EFF459D-3C60-4E75-A078-40B920C516CF}" dt="2025-11-20T18:50:21.292" v="3608" actId="14100"/>
        <pc:sldMkLst>
          <pc:docMk/>
          <pc:sldMk cId="3312900816" sldId="263"/>
        </pc:sldMkLst>
        <pc:picChg chg="add mod">
          <ac:chgData name="Brahamdeep Singh" userId="afd510988af5ee2a" providerId="LiveId" clId="{2EFF459D-3C60-4E75-A078-40B920C516CF}" dt="2025-11-20T18:47:22.397" v="3572" actId="14100"/>
          <ac:picMkLst>
            <pc:docMk/>
            <pc:sldMk cId="3312900816" sldId="263"/>
            <ac:picMk id="5" creationId="{2AB0C188-121F-DD61-6FFA-0BD61496A70D}"/>
          </ac:picMkLst>
        </pc:picChg>
        <pc:picChg chg="add mod">
          <ac:chgData name="Brahamdeep Singh" userId="afd510988af5ee2a" providerId="LiveId" clId="{2EFF459D-3C60-4E75-A078-40B920C516CF}" dt="2025-11-20T18:48:27.301" v="3583" actId="962"/>
          <ac:picMkLst>
            <pc:docMk/>
            <pc:sldMk cId="3312900816" sldId="263"/>
            <ac:picMk id="7" creationId="{13427EF7-60BD-24E7-08C7-728114DDC363}"/>
          </ac:picMkLst>
        </pc:picChg>
        <pc:picChg chg="add mod">
          <ac:chgData name="Brahamdeep Singh" userId="afd510988af5ee2a" providerId="LiveId" clId="{2EFF459D-3C60-4E75-A078-40B920C516CF}" dt="2025-11-20T18:49:25.325" v="3593" actId="14100"/>
          <ac:picMkLst>
            <pc:docMk/>
            <pc:sldMk cId="3312900816" sldId="263"/>
            <ac:picMk id="9" creationId="{C469FAC4-D540-8ED2-0FCE-159EFFFD0C8C}"/>
          </ac:picMkLst>
        </pc:picChg>
        <pc:picChg chg="add mod">
          <ac:chgData name="Brahamdeep Singh" userId="afd510988af5ee2a" providerId="LiveId" clId="{2EFF459D-3C60-4E75-A078-40B920C516CF}" dt="2025-11-20T18:50:21.292" v="3608" actId="14100"/>
          <ac:picMkLst>
            <pc:docMk/>
            <pc:sldMk cId="3312900816" sldId="263"/>
            <ac:picMk id="11" creationId="{C2B78BE9-8650-3F22-DFA6-5173DAF683FF}"/>
          </ac:picMkLst>
        </pc:picChg>
        <pc:picChg chg="del">
          <ac:chgData name="Brahamdeep Singh" userId="afd510988af5ee2a" providerId="LiveId" clId="{2EFF459D-3C60-4E75-A078-40B920C516CF}" dt="2025-11-20T18:47:08.500" v="3568" actId="478"/>
          <ac:picMkLst>
            <pc:docMk/>
            <pc:sldMk cId="3312900816" sldId="263"/>
            <ac:picMk id="17" creationId="{F653F800-55D8-CF80-EC19-E601389002DC}"/>
          </ac:picMkLst>
        </pc:picChg>
        <pc:picChg chg="del">
          <ac:chgData name="Brahamdeep Singh" userId="afd510988af5ee2a" providerId="LiveId" clId="{2EFF459D-3C60-4E75-A078-40B920C516CF}" dt="2025-11-20T18:47:47.066" v="3573" actId="478"/>
          <ac:picMkLst>
            <pc:docMk/>
            <pc:sldMk cId="3312900816" sldId="263"/>
            <ac:picMk id="19" creationId="{1B9F4E6B-8C7A-74D2-6911-0FCE0A60125D}"/>
          </ac:picMkLst>
        </pc:picChg>
        <pc:picChg chg="del">
          <ac:chgData name="Brahamdeep Singh" userId="afd510988af5ee2a" providerId="LiveId" clId="{2EFF459D-3C60-4E75-A078-40B920C516CF}" dt="2025-11-20T18:48:37.326" v="3584" actId="478"/>
          <ac:picMkLst>
            <pc:docMk/>
            <pc:sldMk cId="3312900816" sldId="263"/>
            <ac:picMk id="21" creationId="{D003AA97-ABA3-D39D-14ED-9FD0A6272024}"/>
          </ac:picMkLst>
        </pc:picChg>
        <pc:picChg chg="del">
          <ac:chgData name="Brahamdeep Singh" userId="afd510988af5ee2a" providerId="LiveId" clId="{2EFF459D-3C60-4E75-A078-40B920C516CF}" dt="2025-11-20T18:50:10.840" v="3604" actId="478"/>
          <ac:picMkLst>
            <pc:docMk/>
            <pc:sldMk cId="3312900816" sldId="263"/>
            <ac:picMk id="23" creationId="{E9CFF075-C83C-E066-CB9E-8FA159432889}"/>
          </ac:picMkLst>
        </pc:picChg>
      </pc:sldChg>
      <pc:sldChg chg="modSp mod">
        <pc:chgData name="Brahamdeep Singh" userId="afd510988af5ee2a" providerId="LiveId" clId="{2EFF459D-3C60-4E75-A078-40B920C516CF}" dt="2025-11-20T18:53:30.168" v="3730" actId="20577"/>
        <pc:sldMkLst>
          <pc:docMk/>
          <pc:sldMk cId="4106040992" sldId="264"/>
        </pc:sldMkLst>
        <pc:spChg chg="mod">
          <ac:chgData name="Brahamdeep Singh" userId="afd510988af5ee2a" providerId="LiveId" clId="{2EFF459D-3C60-4E75-A078-40B920C516CF}" dt="2025-11-20T18:53:30.168" v="3730" actId="20577"/>
          <ac:spMkLst>
            <pc:docMk/>
            <pc:sldMk cId="4106040992" sldId="264"/>
            <ac:spMk id="3" creationId="{8B379BC1-E5DC-DC12-14EB-61F3D692C8ED}"/>
          </ac:spMkLst>
        </pc:spChg>
      </pc:sldChg>
      <pc:sldChg chg="modSp mod">
        <pc:chgData name="Brahamdeep Singh" userId="afd510988af5ee2a" providerId="LiveId" clId="{2EFF459D-3C60-4E75-A078-40B920C516CF}" dt="2025-11-20T18:58:12.338" v="4096" actId="20577"/>
        <pc:sldMkLst>
          <pc:docMk/>
          <pc:sldMk cId="1873818554" sldId="265"/>
        </pc:sldMkLst>
        <pc:spChg chg="mod">
          <ac:chgData name="Brahamdeep Singh" userId="afd510988af5ee2a" providerId="LiveId" clId="{2EFF459D-3C60-4E75-A078-40B920C516CF}" dt="2025-11-20T18:58:12.338" v="4096" actId="20577"/>
          <ac:spMkLst>
            <pc:docMk/>
            <pc:sldMk cId="1873818554" sldId="265"/>
            <ac:spMk id="3" creationId="{3D766A47-8F03-CDDA-B916-DC0D4E314C87}"/>
          </ac:spMkLst>
        </pc:spChg>
      </pc:sldChg>
      <pc:sldChg chg="modSp mod">
        <pc:chgData name="Brahamdeep Singh" userId="afd510988af5ee2a" providerId="LiveId" clId="{2EFF459D-3C60-4E75-A078-40B920C516CF}" dt="2025-11-20T19:08:02.675" v="5057" actId="20577"/>
        <pc:sldMkLst>
          <pc:docMk/>
          <pc:sldMk cId="1708621019" sldId="266"/>
        </pc:sldMkLst>
        <pc:spChg chg="mod">
          <ac:chgData name="Brahamdeep Singh" userId="afd510988af5ee2a" providerId="LiveId" clId="{2EFF459D-3C60-4E75-A078-40B920C516CF}" dt="2025-11-20T19:08:02.675" v="5057" actId="20577"/>
          <ac:spMkLst>
            <pc:docMk/>
            <pc:sldMk cId="1708621019" sldId="266"/>
            <ac:spMk id="3" creationId="{2676631A-4CF5-0A57-DE93-CA9190329A9F}"/>
          </ac:spMkLst>
        </pc:spChg>
      </pc:sldChg>
      <pc:sldChg chg="modSp mod">
        <pc:chgData name="Brahamdeep Singh" userId="afd510988af5ee2a" providerId="LiveId" clId="{2EFF459D-3C60-4E75-A078-40B920C516CF}" dt="2025-11-20T19:09:59.227" v="5249" actId="20577"/>
        <pc:sldMkLst>
          <pc:docMk/>
          <pc:sldMk cId="2475810208" sldId="267"/>
        </pc:sldMkLst>
        <pc:spChg chg="mod">
          <ac:chgData name="Brahamdeep Singh" userId="afd510988af5ee2a" providerId="LiveId" clId="{2EFF459D-3C60-4E75-A078-40B920C516CF}" dt="2025-11-20T19:09:59.227" v="5249" actId="20577"/>
          <ac:spMkLst>
            <pc:docMk/>
            <pc:sldMk cId="2475810208" sldId="267"/>
            <ac:spMk id="3" creationId="{8235A954-2F7A-309E-C8C6-3D9A3BF770C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76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61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429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84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97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6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126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94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49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36636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48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52144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598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837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76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7F453-1321-4775-AE22-A2766F2F1EEF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7B276D3-39D9-46D8-8D4A-2D2656E380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4766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8A6FC-502A-5526-7F93-05E57C951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002" y="1959690"/>
            <a:ext cx="7766936" cy="1646302"/>
          </a:xfrm>
        </p:spPr>
        <p:txBody>
          <a:bodyPr/>
          <a:lstStyle/>
          <a:p>
            <a:pPr algn="l"/>
            <a:r>
              <a:rPr lang="en-US" dirty="0"/>
              <a:t>PRESENTATION ON PROJECT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DE8466-FD0C-F321-DA12-69596C09085F}"/>
              </a:ext>
            </a:extLst>
          </p:cNvPr>
          <p:cNvCxnSpPr>
            <a:cxnSpLocks/>
          </p:cNvCxnSpPr>
          <p:nvPr/>
        </p:nvCxnSpPr>
        <p:spPr>
          <a:xfrm flipH="1">
            <a:off x="1297002" y="3605989"/>
            <a:ext cx="6252976" cy="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ubtitle 6">
            <a:extLst>
              <a:ext uri="{FF2B5EF4-FFF2-40B4-BE49-F238E27FC236}">
                <a16:creationId xmlns:a16="http://schemas.microsoft.com/office/drawing/2014/main" id="{160DCA2C-DAA5-97E9-CD53-D2A744928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7002" y="3605989"/>
            <a:ext cx="7766935" cy="1793914"/>
          </a:xfrm>
        </p:spPr>
        <p:txBody>
          <a:bodyPr>
            <a:normAutofit fontScale="77500" lnSpcReduction="20000"/>
          </a:bodyPr>
          <a:lstStyle/>
          <a:p>
            <a:pPr algn="l"/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  <a:p>
            <a:pPr algn="l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NAME-BRAHAMDEEP SINGH</a:t>
            </a:r>
          </a:p>
          <a:p>
            <a:pPr algn="l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ROLL NO.-22303045</a:t>
            </a:r>
          </a:p>
          <a:p>
            <a:pPr algn="l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FIELD-NODE.JS EXPRESS.JS AND MONGODB</a:t>
            </a:r>
          </a:p>
          <a:p>
            <a:pPr algn="l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UNIVERSITY-SBSSU, GURDASPUR,PUNJAB, INDIA</a:t>
            </a:r>
          </a:p>
          <a:p>
            <a:pPr algn="l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COMPANY-NOVEM CONTROLS, MOHALI</a:t>
            </a:r>
          </a:p>
          <a:p>
            <a:pPr algn="l"/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7D1882-5B50-1EA5-4A96-ED79A12441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9224"/>
            <a:ext cx="1678123" cy="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816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89516-07C6-E628-DE63-1998BA46D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00216"/>
          </a:xfrm>
        </p:spPr>
        <p:txBody>
          <a:bodyPr/>
          <a:lstStyle/>
          <a:p>
            <a:r>
              <a:rPr lang="en-US" dirty="0"/>
              <a:t>CHAPTERS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3B750-0161-8194-225E-65E7844E1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0373"/>
            <a:ext cx="8596668" cy="463150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This Presentation is structured into well-defined chapters to provide a clear and logical flow of information:</a:t>
            </a:r>
          </a:p>
          <a:p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Chapter I: Introduction</a:t>
            </a:r>
            <a:b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</a:b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Describes the background, necessity, objectives, and theme of the training, along with the structure of the report.</a:t>
            </a:r>
          </a:p>
          <a:p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Chapter II: Literature Survey Related to Training</a:t>
            </a:r>
            <a:b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</a:b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Presents the theoretical background and research on technologies used — Node.js, Express.js, MongoDB — and their roles in modern web development.</a:t>
            </a:r>
          </a:p>
          <a:p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Chapter III: Training Work</a:t>
            </a:r>
            <a:b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</a:b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Describes the hands-on work performed during the training period, including daily activities, technologies practiced, challenges faced, and solutions implemented. Also includes details of the capstone project.</a:t>
            </a:r>
          </a:p>
          <a:p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Chapter IV: Evaluation of Training</a:t>
            </a:r>
            <a:b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</a:b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Analyzes the outcome of the training, comparison of planned vs. actual output, skill enhancement, and overall learning experience.</a:t>
            </a:r>
          </a:p>
          <a:p>
            <a:r>
              <a:rPr lang="en-US" sz="16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Chapter V: Conclusion and Future Scope</a:t>
            </a:r>
            <a:b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</a:b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Summarizes the learnings and outcomes of the training and discusses potential future improvements and real-world applications of the project work.</a:t>
            </a:r>
          </a:p>
          <a:p>
            <a:pPr marL="0" indent="0">
              <a:buNone/>
            </a:pP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C64DF3-BA26-4F7E-27AE-B6F34269B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0598"/>
            <a:ext cx="1678123" cy="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008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6BC79-9B4B-E370-BE83-226489740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1: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C178E-D34D-DDC4-85BE-E17D122AA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Introduction: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 E-Commerce is a web-based application designed to manage products, orders, and add to cart functionality.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Built using the Nodejs, MongoDB to ensure modern, scalable, and responsive functionality.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Helps Vendors streamline operations digitally.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Necessity of the System: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Enables seamless online buying and selling of products.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Reduces manual work for sellers and improves efficiency.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Provides a platform for secure transactions and data management.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Enhances customer experience with easy product search and orders.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Supports business growth through wider reach and 24/7 availability.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20AB51-2220-2035-92F7-D1850649F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0598"/>
            <a:ext cx="1678123" cy="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75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3CD8B-F15E-B0A6-EA2C-D93825036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455" y="556075"/>
            <a:ext cx="8596668" cy="56290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Objectives: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Develop a full-stack web app using </a:t>
            </a: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MongoDB, Express, Node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Implement CRUD operations and secure user authentication.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Ensure smooth client-server data flow.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Manage media using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Cloudinary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Apply MVC and modular routing for clean code structure.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Gain real-world project experience and improve coding skills.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Organization: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Chapter I – Introduction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Chapter II – Literature Survey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Chapter III – Training Work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Chapter IV – Evaluation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Chapter V – Conclusions &amp; Future Scope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C1DCD-CD38-6210-D9FE-0E0ED4043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0598"/>
            <a:ext cx="1678123" cy="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718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989D-2719-42C2-810D-1440F1014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1230"/>
          </a:xfrm>
        </p:spPr>
        <p:txBody>
          <a:bodyPr/>
          <a:lstStyle/>
          <a:p>
            <a:r>
              <a:rPr lang="en-IN" dirty="0"/>
              <a:t>CHAPTER II – 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37AA4-28F5-9335-BB2E-436CE59A1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15201"/>
            <a:ext cx="8596668" cy="48440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Literature Survey Overview: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Study of existing e-commerce systems like Amazon, Flipkart etc.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Analysis of backend frameworks and database integration.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Review of research on RESTful APIs and scalable architectures.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Focus on authentication, CRUD operations, and media management.</a:t>
            </a:r>
          </a:p>
          <a:p>
            <a:pPr marL="0" indent="0">
              <a:buNone/>
            </a:pPr>
            <a:b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Findings from Literature Survey: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E-commerce systems enhance shopping efficiency and reach.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MERN is widely used due to its scalability and JavaScript-only workflow.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Backend frameworks like Node.js and Express.js  simplify server-side development.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NoSQL databases like MongoDB handle dynamic product and user efficiently.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Secure authentication and role-based access are essential for user safety.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FD613-8EAF-67C7-AE80-CC93315E71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0598"/>
            <a:ext cx="1678123" cy="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727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1029E-8E5C-8982-364A-4A51D6DC9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41230"/>
          </a:xfrm>
        </p:spPr>
        <p:txBody>
          <a:bodyPr/>
          <a:lstStyle/>
          <a:p>
            <a:r>
              <a:rPr lang="en-IN" dirty="0"/>
              <a:t>CHAPTER III – TRAINING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B6EEC-51AC-B729-64EF-58B12A8AC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66959"/>
            <a:ext cx="8596668" cy="496483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Training Module Development: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  Modules learned and implemented:</a:t>
            </a:r>
          </a:p>
          <a:p>
            <a:pPr marL="0" indent="0">
              <a:buNone/>
            </a:pP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Frontend (HTML/CSS + JS)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1"/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User and Vendor Interfaces.</a:t>
            </a:r>
          </a:p>
          <a:p>
            <a:pPr lvl="1"/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Forms for registration , login , product management.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Backend (NodeJS + </a:t>
            </a:r>
            <a:r>
              <a:rPr lang="en-IN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ExpressJS</a:t>
            </a: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)</a:t>
            </a:r>
            <a:b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</a:b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1"/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REST APIs</a:t>
            </a:r>
          </a:p>
          <a:p>
            <a:pPr lvl="1"/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Authentication with JWT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Database (MongoDB)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1"/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Users, Vendor, Products, </a:t>
            </a:r>
            <a:r>
              <a:rPr lang="en-IN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AddtoCart</a:t>
            </a: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, Orders collections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Integration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lvl="1"/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API communication, Fetch, CORS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BBB1E5-A45B-5F82-2A90-9ADB237E6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0598"/>
            <a:ext cx="1678123" cy="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23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30156DD-7F8B-204F-15E8-15448B84C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63" y="547687"/>
            <a:ext cx="8596312" cy="511986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Development Methods Used:</a:t>
            </a:r>
          </a:p>
          <a:p>
            <a:pPr marL="0" indent="0">
              <a:buNone/>
            </a:pPr>
            <a:endParaRPr lang="en-IN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Computational:</a:t>
            </a: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Writing backend logic, CRUD operation, API request handling.</a:t>
            </a:r>
          </a:p>
          <a:p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Experimental:</a:t>
            </a: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Testing user/vendor interactions, cart, and other workflows.</a:t>
            </a:r>
          </a:p>
          <a:p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Mathematical:</a:t>
            </a: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Managing pricing calculations, and order summaries.</a:t>
            </a:r>
          </a:p>
          <a:p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Statistical:</a:t>
            </a: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</a:t>
            </a:r>
            <a:r>
              <a:rPr lang="en-IN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Analyzing</a:t>
            </a: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products orders and user activity.</a:t>
            </a:r>
          </a:p>
          <a:p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Conceptual:</a:t>
            </a: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Designing system architecture, database schemas, API structure.</a:t>
            </a:r>
          </a:p>
          <a:p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System Architecture:</a:t>
            </a:r>
          </a:p>
          <a:p>
            <a:pPr marL="0" indent="0">
              <a:buNone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Frontend(HTML/CSS + JS) communicates with 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Express/Node REST API, which connects to 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MongoDB database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storing all users, vendors, products, and orders.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28D128-B7E6-F1EC-A0AF-BE995C0A9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0598"/>
            <a:ext cx="1678123" cy="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08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C4E51-2B9A-A547-A70F-10463F0C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6" y="392175"/>
            <a:ext cx="10489720" cy="629329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rPr>
              <a:t>Some Project Screenshots:</a:t>
            </a:r>
          </a:p>
          <a:p>
            <a:pPr marL="0" indent="0">
              <a:buNone/>
            </a:pP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  <a:latin typeface="+mj-lt"/>
            </a:endParaRPr>
          </a:p>
          <a:p>
            <a:pPr marL="0" indent="0">
              <a:buNone/>
            </a:pP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21C96-E5F1-5EF5-539B-081391B60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0598"/>
            <a:ext cx="1678123" cy="697402"/>
          </a:xfrm>
          <a:prstGeom prst="rect">
            <a:avLst/>
          </a:prstGeom>
        </p:spPr>
      </p:pic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2AB0C188-121F-DD61-6FFA-0BD61496A7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4" y="1043794"/>
            <a:ext cx="2837131" cy="1595887"/>
          </a:xfrm>
          <a:prstGeom prst="rect">
            <a:avLst/>
          </a:prstGeom>
        </p:spPr>
      </p:pic>
      <p:pic>
        <p:nvPicPr>
          <p:cNvPr id="7" name="Picture 6" descr="A screenshot of a computer">
            <a:extLst>
              <a:ext uri="{FF2B5EF4-FFF2-40B4-BE49-F238E27FC236}">
                <a16:creationId xmlns:a16="http://schemas.microsoft.com/office/drawing/2014/main" id="{13427EF7-60BD-24E7-08C7-728114DDC3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028" y="1043794"/>
            <a:ext cx="2836173" cy="1595887"/>
          </a:xfrm>
          <a:prstGeom prst="rect">
            <a:avLst/>
          </a:prstGeom>
        </p:spPr>
      </p:pic>
      <p:pic>
        <p:nvPicPr>
          <p:cNvPr id="9" name="Picture 8" descr="A screenshot of a computer">
            <a:extLst>
              <a:ext uri="{FF2B5EF4-FFF2-40B4-BE49-F238E27FC236}">
                <a16:creationId xmlns:a16="http://schemas.microsoft.com/office/drawing/2014/main" id="{C469FAC4-D540-8ED2-0FCE-159EFFFD0C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404" y="3017626"/>
            <a:ext cx="2837131" cy="1595887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2B78BE9-8650-3F22-DFA6-5173DAF683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8029" y="3017626"/>
            <a:ext cx="2836172" cy="1595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0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0E8E-9135-BD9C-A370-D628D4757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IV – EVALUATION OF TRAINING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79BC1-E5DC-DC12-14EB-61F3D692C8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Evaluation Methods: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Evaluation based on: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Functionality testing of all features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API performance and response times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User/Vendor Interface responsiveness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Database operations and efficiency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Error handling and security measures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9B8DD7-2E61-C962-A69A-67C6A1195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0598"/>
            <a:ext cx="1678123" cy="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040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66A47-8F03-CDDA-B916-DC0D4E314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289" y="547449"/>
            <a:ext cx="8596668" cy="51546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Analysis of Work Completed: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Developed all major modules (users, vendors, products, orders).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Implemented signup/login using JWT authentication and password hashing.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Connected frontend to backend using REST APIs.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Created dashboards for users &amp; vendors.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Tested cart, orders and product management workflows.</a:t>
            </a:r>
          </a:p>
          <a:p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Output at Various Stages: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Stage 1: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Basic UI pages for users and vendors.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Stage 2: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Backend server and API developed.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Stage 3: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Database collections &amp; relationships created.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Stage 4: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Frontend-backend Integration &amp; real-time data flow achieved.</a:t>
            </a:r>
          </a:p>
          <a:p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Stage 5: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Fully functional, deployment-ready e-commerce system.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535520-36B4-3E95-E22C-E9BF78361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0598"/>
            <a:ext cx="1678123" cy="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18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60EF3-03DB-D14E-E53D-82FD5B6DD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CHAPTER V – CONCLUSIONS &amp; 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6631A-4CF5-0A57-DE93-CA9190329A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930400"/>
            <a:ext cx="8596668" cy="41684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Conclusions:</a:t>
            </a:r>
          </a:p>
          <a:p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Negozio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 successfully automates e-commerce operations for users and vendors.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Node.js, Express.js, and MongoDB enabled a scalable, modern backend system.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Digital system reduces errors and dependence on manual processes.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Enhances accessibility and management of products, orders, and user data.</a:t>
            </a:r>
          </a:p>
          <a:p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Future Scope:</a:t>
            </a:r>
          </a:p>
          <a:p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Integrate secure payment gateways.</a:t>
            </a:r>
          </a:p>
          <a:p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Advanced search, filters, and product recommendations.</a:t>
            </a:r>
          </a:p>
          <a:p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Mobile apps for Android and iOS.</a:t>
            </a:r>
          </a:p>
          <a:p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Enhanced security with multi-factor authentication and encryption.</a:t>
            </a:r>
          </a:p>
          <a:p>
            <a:r>
              <a:rPr lang="en-IN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Clod deployment for scalability.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AE913F-AEC0-F26F-1723-C4360CF8A4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0598"/>
            <a:ext cx="1678123" cy="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6210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5A954-2F7A-309E-C8C6-3D9A3BF77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15" y="633714"/>
            <a:ext cx="8596668" cy="388077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Applications:</a:t>
            </a:r>
          </a:p>
          <a:p>
            <a:pPr marL="0" indent="0">
              <a:buNone/>
            </a:pPr>
            <a:endParaRPr lang="en-US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E-commerce stores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Online marketplaces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Retail businesses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Inventory management systems</a:t>
            </a:r>
          </a:p>
          <a:p>
            <a:r>
              <a:rPr lang="en-US">
                <a:solidFill>
                  <a:schemeClr val="accent1">
                    <a:lumMod val="40000"/>
                    <a:lumOff val="60000"/>
                  </a:schemeClr>
                </a:solidFill>
              </a:rPr>
              <a:t>Vendor-customer platforms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A43D80-6D47-C1D4-16F5-CD4FA7AA0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3877" y="6160598"/>
            <a:ext cx="1678123" cy="697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1020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ustom 1">
      <a:majorFont>
        <a:latin typeface="Times New Roman"/>
        <a:ea typeface=""/>
        <a:cs typeface=""/>
      </a:majorFont>
      <a:minorFont>
        <a:latin typeface="Trebuchet MS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1655</TotalTime>
  <Words>925</Words>
  <Application>Microsoft Office PowerPoint</Application>
  <PresentationFormat>Widescreen</PresentationFormat>
  <Paragraphs>121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Trebuchet MS</vt:lpstr>
      <vt:lpstr>Wingdings 3</vt:lpstr>
      <vt:lpstr>Facet</vt:lpstr>
      <vt:lpstr>PRESENTATION ON PROJECT </vt:lpstr>
      <vt:lpstr>CHAPTERS OVERVIEW:</vt:lpstr>
      <vt:lpstr>CHAPTER 1: INTRODUCTION</vt:lpstr>
      <vt:lpstr>PowerPoint Presentation</vt:lpstr>
      <vt:lpstr>CHAPTER II – LITERATURE SURVEY</vt:lpstr>
      <vt:lpstr>CHAPTER III – TRAINING WORK</vt:lpstr>
      <vt:lpstr>PowerPoint Presentation</vt:lpstr>
      <vt:lpstr>PowerPoint Presentation</vt:lpstr>
      <vt:lpstr>CHAPTER IV – EVALUATION OF TRAINING</vt:lpstr>
      <vt:lpstr>PowerPoint Presentation</vt:lpstr>
      <vt:lpstr>CHAPTER V – CONCLUSIONS &amp;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acer</dc:creator>
  <cp:lastModifiedBy>Brahamdeep Singh</cp:lastModifiedBy>
  <cp:revision>5</cp:revision>
  <dcterms:created xsi:type="dcterms:W3CDTF">2025-11-16T17:22:59Z</dcterms:created>
  <dcterms:modified xsi:type="dcterms:W3CDTF">2025-11-20T19:10:00Z</dcterms:modified>
</cp:coreProperties>
</file>